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f4ffff-bc38-4de6-840a-14a328a655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805e3ed-dd1f-42e3-a946-c36a613d30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daca5ad-a5f9-4d35-ab77-1301b33311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f761361-0b75-4895-8082-9a3e709d39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de68d-dab2-4163-b2c8-ab583f1cb7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801958c-2983-4b6a-816f-5753b46f2e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d0590-48d6-4783-8656-b69e90ddae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fb4d78b-fec3-4ee0-aafc-e1be30364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fb3910c-9f8a-4218-8a87-45c2e846dc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be3fb46-4cd4-4cba-a376-4bb6732c41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